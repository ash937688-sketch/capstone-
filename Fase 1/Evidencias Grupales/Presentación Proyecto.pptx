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gGFex8M1ww33E8m3qXqrYp+WhD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8579600" y="6494250"/>
            <a:ext cx="6486900" cy="1759200"/>
          </a:xfrm>
          <a:prstGeom prst="rect">
            <a:avLst/>
          </a:prstGeom>
          <a:solidFill>
            <a:srgbClr val="20124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726200" y="6604200"/>
            <a:ext cx="6156900" cy="15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Capstone- Ingenieria en informatica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Equipo: Fernanda Fernandez, Ashly Tapia y Francisco Ossandon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Docente: E. Mallén Gonzalez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